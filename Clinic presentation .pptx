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5016-AE11-0637-B900-4F1245C60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969BF-F1AB-43DE-11CD-DED9DAD7C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0021E-486B-C374-9F3F-2053A5CA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75509-63EF-93F8-890D-D394C503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948C2-BC26-BA64-1FCD-61867118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49080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8178-9A3F-BAB1-B4F8-5BEDA7E8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CAD6-2E07-45C6-930F-5C6010CA5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F0896-FAE9-C99B-3ED0-C10E66F2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8B536-511E-0613-1693-5FE8E8B1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78601-A399-0EA6-CCDB-692E4B32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36871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A851-E8DB-1C0F-89F1-4B3591C79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EDCDA-B89E-63CA-FD23-DD83D2C2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B6664-2696-1A11-6A4B-4F5EF60A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56FC-30D5-D6BE-D5B6-627F3D0D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F867E-2C90-EF14-207B-93C13047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24561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9C99-06C2-4B19-0B5E-AEC4D95C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4257-AF26-1E8D-4FFC-943BBA83B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93465-EB05-FF86-B612-52613B87E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54DE7-AC6C-959A-9D85-62227BE1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5E582-FB99-8FF0-3057-47B4BEE6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E7BF6-E312-B54F-3A8C-A9C595B3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402669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96E2-F4FB-4CF4-1E2E-3E536269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64C75-F7F6-EAEA-CC6B-9BFC2FB57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9C522-BBF7-150E-067B-09CEB60B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3CD682-8A0D-78C4-01FB-557CD30CD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B4A3D-73EF-D497-E4BA-5D9AF0C7B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907D0-3F4F-6441-5516-E8733302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A02879-1E1A-ABFD-3EC4-BAA11904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BD9A9-ABD5-47F7-2383-1A05F7C5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12148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DD96-340E-EE02-D0F6-822425A9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7A13B2-7C94-8A3D-67C9-4DD702AF3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3D462-2BE4-B955-9B55-35D72562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F23E1-6FAD-D498-BD73-1B9A41BE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07164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6878EE-2FD6-953D-DCAD-607E6E9E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48D39-3DEC-BF70-F6FC-6F228867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E3C5E-63F1-2D80-6BF1-35121904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8540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ADA2-8513-26B8-3278-9372C364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9AA0-DB3C-AF39-F46D-4D1F59DFA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CAA76-C2D2-94FF-D60C-2421E278E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8084B-7770-D227-0F78-3F360A18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9128-2A48-A2CE-42D9-AF56DEC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4C9D0-A525-08C6-01D4-EB4E0C43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07624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F54D8-72FE-4912-09E6-5E963C53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4879F-D63E-8571-97BE-CC950E2EE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7479A-14FB-F334-8D0A-465A634A9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6F4C6-7102-5A64-2F4B-8D6C5300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358C7-1063-DD04-2139-2CFD2298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FEE8F-0022-3D5A-DE44-CFCDBC4F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14651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1F5B-05EE-2C0E-874C-F7D8A087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CC068-257C-B6A5-F8B6-938C79E81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0E341-974E-3A83-B2B2-3B9C8B98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E734C-5DCD-20A3-4F79-90A4735F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D99C4-BE9E-F15E-B1F4-8BF2773A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61789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B20723-B0D9-C626-F155-E544B4C892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99483-190E-4329-0DA2-9F7D9E476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F2200-C6EA-782A-A2AC-D422D1A1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29F30-D41E-E919-1F55-7A924120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13564-9D0C-86AB-69C4-5735A7D0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94469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53B50-E850-86DA-B51A-33BCE647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2BFC7-393D-9A3C-6B26-D31DA9363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B6E80-E721-487B-5C0F-AA92887F3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54AAE-83C2-144C-975E-0E86158BD466}" type="datetimeFigureOut">
              <a:rPr lang="" smtClean="0"/>
              <a:t>05/30/2026</a:t>
            </a:fld>
            <a:endParaRPr lang="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3F8F-FB94-DD69-FB67-CEBF5E1BE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9F16D-36EF-13ED-6467-BE5C108E2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14132-E813-6245-84C3-13CA29F79E31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00348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FFFC-9C00-2A26-646A-806F149BB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Clinic Management System Database</a:t>
            </a:r>
            <a:endParaRPr lang="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8685E-BFCB-7846-5461-162B5F470C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Prepared by : </a:t>
            </a:r>
            <a:r>
              <a:rPr lang="en-US" dirty="0" err="1"/>
              <a:t>Roaa</a:t>
            </a:r>
            <a:r>
              <a:rPr lang="en-US" dirty="0"/>
              <a:t> Tamer </a:t>
            </a:r>
          </a:p>
          <a:p>
            <a:r>
              <a:rPr lang="en-US" dirty="0" err="1"/>
              <a:t>Menna</a:t>
            </a:r>
            <a:r>
              <a:rPr lang="en-US" dirty="0"/>
              <a:t> </a:t>
            </a:r>
            <a:r>
              <a:rPr lang="en-US" dirty="0" err="1"/>
              <a:t>tallah</a:t>
            </a:r>
            <a:r>
              <a:rPr lang="en-US" dirty="0"/>
              <a:t> Mohamed</a:t>
            </a:r>
          </a:p>
          <a:p>
            <a:r>
              <a:rPr lang="en-US" dirty="0" err="1"/>
              <a:t>Hannen</a:t>
            </a:r>
            <a:r>
              <a:rPr lang="en-US" dirty="0"/>
              <a:t> Osman </a:t>
            </a:r>
          </a:p>
          <a:p>
            <a:r>
              <a:rPr lang="en-US" dirty="0"/>
              <a:t>Maya El far</a:t>
            </a:r>
          </a:p>
          <a:p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3724248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291AC-FE78-F168-A89E-FCD4C47DE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23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1A3B0B-29A9-06E1-8D4F-4BC1C9287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45753" cy="680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2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D3DBC4-7A0B-8569-084E-0E12D8E22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3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2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3F8195-AAA4-4BCF-F86D-696D58100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25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3E1EDF-BD7B-9808-8362-60E8B7624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1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126F05-9D70-016C-026B-CA66A5F96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4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AEE42B-1636-EB0E-0214-A2EEB0B58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962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27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B61D6A-4F99-E650-932D-031727B7E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78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19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506E54-16EC-0B33-49B3-DAA4380C8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73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2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12DC-DB3E-EF9F-01AA-BEDEDC26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26691"/>
          </a:xfrm>
        </p:spPr>
        <p:txBody>
          <a:bodyPr>
            <a:normAutofit/>
          </a:bodyPr>
          <a:lstStyle/>
          <a:p>
            <a:r>
              <a:rPr lang="en-US" sz="7200" dirty="0"/>
              <a:t>Thank You</a:t>
            </a:r>
            <a:endParaRPr lang="" sz="7200" dirty="0"/>
          </a:p>
        </p:txBody>
      </p:sp>
    </p:spTree>
    <p:extLst>
      <p:ext uri="{BB962C8B-B14F-4D97-AF65-F5344CB8AC3E}">
        <p14:creationId xmlns:p14="http://schemas.microsoft.com/office/powerpoint/2010/main" val="1333327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Clinic Management System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 Management System Database</dc:title>
  <dc:creator>Roaa Tamer Hassan</dc:creator>
  <cp:lastModifiedBy>Roaa Tamer Hassan</cp:lastModifiedBy>
  <cp:revision>4</cp:revision>
  <dcterms:created xsi:type="dcterms:W3CDTF">2026-05-30T13:51:00Z</dcterms:created>
  <dcterms:modified xsi:type="dcterms:W3CDTF">2026-05-30T15:24:50Z</dcterms:modified>
</cp:coreProperties>
</file>